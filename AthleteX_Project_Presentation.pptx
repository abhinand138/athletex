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 am presenting AthleteX, a full-stack Sports Intelligence and Talent Scouting Platform built to revolutionize athletic evaluation, injury prevention, and recruiting through verified physical performance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current sports recruiting and athletic training, three main challenges exist: self-reported statistics cannot be verified, training platforms are fragmented across spreadsheets and chat apps, and coaches have no real-time data to prevent overtraining and soft-tissue injuries.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AthleteX solves these challenges with six core modules: standardized combine testing, proof-backed coach validation, ACWR workload analytics for injury prevention, active workout execution, coaching marketplace payments, and secure enterprise onboarding.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organized into three decoupled tiers: React 19 on Vite for the client interface, Spring Boot 3 on Java 21 for the enterprise REST API with JWT security, and MongoDB with Brevo REST API and Razorpay in the cloud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Combine module tracks standardized drills like the 40-yard dash, vertical jump, and bench press. The system normalizes raw measurements into a 0-100 Composite Athletic Index (CAI) with weighted parameters, preventing score inflation.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verification lifecycle: An athlete submits their proof document or video, the coach inspects the evidence in their dashboard, approves the metric, and the platform updates the athlete's official verified badge.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ACWR is an established sports science methodology comparing 7-day acute workload with 28-day chronic workload. Keeping athletes in the sweet spot between 0.8 and 1.3 prevents up to 70 percent of non-contact soft-tissue injuries.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Active Workout Player provides athletes with a hands-free training assistant. It manages rest intervals with audio cues and automatically logs completed workload into the ACWR injury prevention system upon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marketplace bridges athletes and elite coaches. Payments are handled via Razorpay with HMAC-SHA256 signature verification on the Spring Boot backend, ensuring secure and tamper-proof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 providers block traditional SMTP ports like 587. AthleteX solves this by using Brevo's REST API over HTTPS port 443. Coupled with the on-screen 'Use Code' auto-fill helper, the registration flow is completely bulletproof.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AthleteX utilizes MongoDB to handle flexible time-series biometric data and relational references. Key collections include Users, Combine Drills, Workload, Wellness Checkins, and Marketplace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assurance is enforced through 52 backend JUnit tests and 22 frontend Vitest tests. Every commit undergoes automated testing, ensuring zero regression across payment processing, combine calculation, and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AthleteX is fully deployed live on Render with MongoDB Atlas. During live demonstration, we can execute the complete end-to-end flow from onboarding to combine verification and Razorpay checkout.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enhancements include AI-driven computer vision for automated sprint timing from smartphone cameras, direct integration with wearable sensors like Whoop and Apple Watch, and automated collegiate scout matching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AthleteX transforms sports performance tracking from guesswork into an exact, verified science. Thank you to the evaluation committee. I am now open to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21217"/>
          </a:solidFill>
          <a:ln w="1905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484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97316"/>
                </a:solidFill>
                <a:latin typeface="Segoe UI"/>
              </a:defRPr>
            </a:pPr>
            <a:r>
              <a:t>⚡ ATHLETEX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Next-Generation Sports Intelligence &amp; Talent Scouting Platform</a:t>
            </a:r>
          </a:p>
          <a:p>
            <a:pPr>
              <a:spcBef>
                <a:spcPts val="12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Standardized Physical Combine Testing • Proof-Backed Coach Verification • ACWR Workload Analytics • Enterprise Cloud Architecture</a:t>
            </a:r>
          </a:p>
          <a:p>
            <a:pPr>
              <a:spcBef>
                <a:spcPts val="2400"/>
              </a:spcBef>
              <a:defRPr sz="1100">
                <a:solidFill>
                  <a:srgbClr val="06B6D4"/>
                </a:solidFill>
                <a:latin typeface="Segoe UI"/>
              </a:defRPr>
            </a:pPr>
            <a:r>
              <a:t>MCA Major Project Presentation | Spring Boot 3 • Java 21 • React 19 • MongoDB • Brevo REST API • Razorpay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CONTEXT &amp; CHALLENGES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Athletic Evaluation &amp; Scouting Dilemma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Why modern sports recruiting and athlete development need a single source of 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01. Unverifiable Self-Reporting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Self-reported sprint times and lift numbers lack proof and suffer from severe inflation.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Coaches waste countless hours traveling to verify fraudulent recruiting clips and claims.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No tamper-evident digital proof trail (certificates, official race logs, video timestamps).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73736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01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02. Fragmented Technology Silos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Workout apps, chat channels, scouting spreadsheets, and payment methods are disconnected.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Scouts lack consolidated athletic profiles with standardized benchmark percentiles.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Athletes cannot monetize their skills or book certified coaches securely in one ecosystem.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2918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01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03. Overtraining &amp; Injury Blindspots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Over 65% of collegiate and semi-pro athlete injuries stem from sudden spikes in training load.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Lack of Acute:Chronic Workload Ratio (ACWR) tracking leaves coaches blind to fatigue spikes.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Subjective wellness (soreness, sleep, stress) is rarely correlated with physical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PLATFORM SOLUTION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AthleteX Sports Intelligence Ecosystem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An integrated pipeline connecting physical testing, coach verification, and athlete marketplace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520440" cy="21031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5204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Standardized Combine Drills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NFL/Olympic style 40-yd dash, vertical jump, bench press 1RM, and pro-agility shuttle tests scored automatically via Composite Athletic Index.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520440" cy="21031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737360"/>
            <a:ext cx="35204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0195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Proof-Backed Coach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Athletes submit documentary proof (PDFs/videos). Certified coaches inspect, validate, and issue cryptographically tracked talent badges.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520440" cy="21031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520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0195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Sports Science Workload (ACWR)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Acute-to-Chronic Workload Ratio tracking (7-day vs 28-day load) with safe training zones (0.8 - 1.3) and dynamic injury risk warnings.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79"/>
            <a:ext cx="3520440" cy="21031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69079"/>
            <a:ext cx="35204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33671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Interactive AI Workout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09159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Dynamic training plans with an interactive workout player, real-time exercise countdowns, audio rest alerts, and rep logging.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069079"/>
            <a:ext cx="3520440" cy="21031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4069079"/>
            <a:ext cx="35204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233671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Coaching Marketplace &amp; Razorpay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09159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Transparent marketplace where verified coaches list training tiers and athletes book 1-on-1 coaching with instant payment verification.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069079"/>
            <a:ext cx="3520440" cy="21031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4069079"/>
            <a:ext cx="3520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233671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Resilient Multi-Role Auth &amp; Brevo OTP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709159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Strict role-based access (Athlete, Coach, Admin), secured by JWT and cloud-firewall proof Brevo REST API OTP verification over HTTPS.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SYSTEM ENGINEERING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High-Performance Multi-Tier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Modern decoupled cloud stack engineered for sub-100ms latency and high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Client Layer (Frontend)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React 19 &amp; Vite 6: Fast modern single-page application with blazing HMR.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Tailwind CSS &amp; Glassmorphism: Sleek dark-mode aesthetic designed for athlete focus.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Recharts Visualization: Real-time radar charts for combine scores and line graphs for ACWR.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Axios Interceptors: Automatic JWT bearer attachment and seamless error handling.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Audio/Visual Player: Interactive workout timers and audio cues.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73736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01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Application Core (Backend)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Spring Boot 3.4 &amp; Java 21: High-throughput virtual threads and modern concurrency.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Spring Security 6: Stateless JWT authorization with role-based endpoint filters.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Dynamic File Resolution: Dual-path storage resolver (/app/uploads &amp; /tmp fallback).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Clean Service Architecture: Decoupled Controller-Service-Repository pattern.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Comprehensive JUnit 5 Suite: 52 automated unit/integration tests with Mockito.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2918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01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Data &amp; Cloud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MongoDB 7 (Atlas / Local): Schema-flexible document store for biometric logs.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Brevo REST API (Port 443 HTTPS): Cloud firewall-immune transactional OTP emails.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Razorpay Gateway: Secure HMAC-SHA256 signature verification for payments.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Docker Containerization: Non-root production container deployment on Render.</a:t>
            </a:r>
          </a:p>
          <a:p>
            <a:pPr>
              <a:spcAft>
                <a:spcPts val="8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• WebSocket Support: Real-time coach-athlete communication channels.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CORE INNOVATION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Physical Combine Testing &amp; Composite Athletic Score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Objective multi-discipline benchmarking that eliminates human recruiting bias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2179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Standardized Physical Drills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5760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⚡ 40-Yard Dash (Speed &amp; Acceleration)</a:t>
            </a:r>
          </a:p>
          <a:p>
            <a:pPr>
              <a:spcAft>
                <a:spcPts val="1000"/>
              </a:spcAft>
              <a:defRPr sz="950">
                <a:solidFill>
                  <a:srgbClr val="A1A1AA"/>
                </a:solidFill>
                <a:latin typeface="Segoe UI"/>
              </a:defRPr>
            </a:pPr>
            <a:r>
              <a:t>Measures explosive linear speed. Standard benchmark for NFL/NCAA scouts. Scored on electronic/hand-timed split thresholds.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⚡ Vertical Jump (Explosive Leg Power)</a:t>
            </a:r>
          </a:p>
          <a:p>
            <a:pPr>
              <a:spcAft>
                <a:spcPts val="1000"/>
              </a:spcAft>
              <a:defRPr sz="950">
                <a:solidFill>
                  <a:srgbClr val="A1A1AA"/>
                </a:solidFill>
                <a:latin typeface="Segoe UI"/>
              </a:defRPr>
            </a:pPr>
            <a:r>
              <a:t>Measures raw vertical displacement in inches. Directly reflects fast-twitch muscle recruitment.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⚡ Bench Press 1-Rep Max (Upper Body Power)</a:t>
            </a:r>
          </a:p>
          <a:p>
            <a:pPr>
              <a:spcAft>
                <a:spcPts val="1000"/>
              </a:spcAft>
              <a:defRPr sz="950">
                <a:solidFill>
                  <a:srgbClr val="A1A1AA"/>
                </a:solidFill>
                <a:latin typeface="Segoe UI"/>
              </a:defRPr>
            </a:pPr>
            <a:r>
              <a:t>Measures maximal pectoral and tricep force production relative to athlete bodyweight.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⚡ Pro Agility Shuttle (5-10-5 Change of Direction)</a:t>
            </a:r>
          </a:p>
          <a:p>
            <a:pPr>
              <a:spcAft>
                <a:spcPts val="1000"/>
              </a:spcAft>
              <a:defRPr sz="950">
                <a:solidFill>
                  <a:srgbClr val="A1A1AA"/>
                </a:solidFill>
                <a:latin typeface="Segoe UI"/>
              </a:defRPr>
            </a:pPr>
            <a:r>
              <a:t>Measures lateral deceleration, hip fluidity, and rapid direction-change capability.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737360"/>
            <a:ext cx="4279392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78040" y="1737360"/>
            <a:ext cx="427939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901952"/>
            <a:ext cx="3822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Composite Athletic Index (CAI)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377440"/>
            <a:ext cx="3840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6B6D4"/>
                </a:solidFill>
                <a:latin typeface="Segoe UI"/>
              </a:defRPr>
            </a:pPr>
            <a:r>
              <a:t>Mathematical Normalization:</a:t>
            </a:r>
          </a:p>
          <a:p>
            <a:pPr>
              <a:spcAft>
                <a:spcPts val="4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Each raw metric is mapped to a 0-100 scale using sport-specific elite thresholds.</a:t>
            </a:r>
          </a:p>
          <a:p>
            <a:pPr>
              <a:spcAft>
                <a:spcPts val="400"/>
              </a:spcAft>
              <a:defRPr sz="1050">
                <a:solidFill>
                  <a:srgbClr val="A1A1A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50" b="1">
                <a:solidFill>
                  <a:srgbClr val="06B6D4"/>
                </a:solidFill>
                <a:latin typeface="Segoe UI"/>
              </a:defRPr>
            </a:pPr>
            <a:r>
              <a:t>Inversion Formula for Speed:</a:t>
            </a:r>
          </a:p>
          <a:p>
            <a:pPr>
              <a:spcAft>
                <a:spcPts val="4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Speed metrics (40-yd dash, shuttle) use inverted curves: Lower time = Higher athletic percentile.</a:t>
            </a:r>
          </a:p>
          <a:p>
            <a:pPr>
              <a:spcAft>
                <a:spcPts val="400"/>
              </a:spcAft>
              <a:defRPr sz="1050">
                <a:solidFill>
                  <a:srgbClr val="A1A1A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50" b="1">
                <a:solidFill>
                  <a:srgbClr val="06B6D4"/>
                </a:solidFill>
                <a:latin typeface="Segoe UI"/>
              </a:defRPr>
            </a:pPr>
            <a:r>
              <a:t>Weighted Discipline Matrix:</a:t>
            </a:r>
          </a:p>
          <a:p>
            <a:pPr>
              <a:spcAft>
                <a:spcPts val="400"/>
              </a:spcAft>
              <a:defRPr sz="1050" b="1">
                <a:solidFill>
                  <a:srgbClr val="F97316"/>
                </a:solidFill>
                <a:latin typeface="Segoe UI"/>
              </a:defRPr>
            </a:pPr>
            <a:r>
              <a:t>CAI = (SpeedScore × 0.35) + (PowerScore × 0.35) + (AgilityScore × 0.30)</a:t>
            </a:r>
          </a:p>
          <a:p>
            <a:pPr>
              <a:spcAft>
                <a:spcPts val="400"/>
              </a:spcAft>
              <a:defRPr sz="1050">
                <a:solidFill>
                  <a:srgbClr val="A1A1A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50" b="1">
                <a:solidFill>
                  <a:srgbClr val="06B6D4"/>
                </a:solidFill>
                <a:latin typeface="Segoe UI"/>
              </a:defRPr>
            </a:pPr>
            <a:r>
              <a:t>Anti-Tamper Validation:</a:t>
            </a:r>
          </a:p>
          <a:p>
            <a:pPr>
              <a:spcAft>
                <a:spcPts val="400"/>
              </a:spcAft>
              <a:defRPr sz="1050">
                <a:solidFill>
                  <a:srgbClr val="A1A1AA"/>
                </a:solidFill>
                <a:latin typeface="Segoe UI"/>
              </a:defRPr>
            </a:pPr>
            <a:r>
              <a:t>Athletes cannot manually edit their score. Changes only reflect once a certified Coach verifies the drill video/PDF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INTEGRITY &amp; TRUST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Proof-Backed Coach Verification Pipeline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How AthleteX prevents fraudulent claims and turns achievements into verified scouting currency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5603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Step 1: Athlete Uploads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Athlete submits combine drills, tournament wins, or personal records. System accepts PDF scorecards, competition certificates, or video links. Dynamic storage automatically handles cross-environment uploads.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37360"/>
            <a:ext cx="256032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737360"/>
            <a:ext cx="2560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9019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Step 2: Coach Inspection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46888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Coaches access a dedicated verification queue. The interface embeds an in-browser media player and PDF inspector with direct backend resolution, allowing instant verification of timestamps and tournament stamps.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37360"/>
            <a:ext cx="256032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7373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9019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Step 3: Verification Verdict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46888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Coach reviews evidence against standard combine rules and selects VERIFY or REJECT with coach feedback. Any rejection notifies the athlete with specific instructions on necessary proof.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737360"/>
            <a:ext cx="256032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737360"/>
            <a:ext cx="25603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19019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Step 4: Badge Minting &amp; Scouting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46888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Upon approval, the system mints a tamper-proof achievement badge. The athlete's verified status and CAI rank are immediately elevated on the global scouting leaderboard.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INJURY PREVENTION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Athlete Workload &amp; Wellness Intelligence (ACWR)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Applying sports science algorithms to detect overtraining and minimize injury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120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Acute:Chronic Workload Ratio (ACWR)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Acute Workload (Fatigue):</a:t>
            </a:r>
          </a:p>
          <a:p>
            <a:pPr>
              <a:spcAft>
                <a:spcPts val="8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Rolling 7-day average of total training load (Duration × Session RPE). Represents current athlete fatigue state.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Chronic Workload (Fitness):</a:t>
            </a:r>
          </a:p>
          <a:p>
            <a:pPr>
              <a:spcAft>
                <a:spcPts val="8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Rolling 28-day average of training load. Represents historical aerobic/muscular fitness and conditioning foundation.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Safe Training Zone (Sweet Spot):</a:t>
            </a:r>
          </a:p>
          <a:p>
            <a:pPr>
              <a:spcAft>
                <a:spcPts val="8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ACWR between 0.8 and 1.3: Optimal adaptation with minimal soft-tissue injury risk.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Danger / Spike Zone (&gt; 1.5):</a:t>
            </a:r>
          </a:p>
          <a:p>
            <a:pPr>
              <a:spcAft>
                <a:spcPts val="8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Exponential rise in soft-tissue strain, hamstring pulls, and overuse fatigue. Triggers automated rest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39512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3951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782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Daily Holistic Wellness Check-ins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Sleep Quality &amp; Duration (1 - 10):</a:t>
            </a:r>
          </a:p>
          <a:p>
            <a:pPr>
              <a:spcAft>
                <a:spcPts val="8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Tracks restorative REM and deep sleep cycles for neurological recovery.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Muscle Soreness &amp; Tightness (1 - 10):</a:t>
            </a:r>
          </a:p>
          <a:p>
            <a:pPr>
              <a:spcAft>
                <a:spcPts val="8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Identifies local muscular micro-tears before they progress to major tears.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Mental Stress &amp; Mood State (1 - 10):</a:t>
            </a:r>
          </a:p>
          <a:p>
            <a:pPr>
              <a:spcAft>
                <a:spcPts val="8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Monitors cortisol impact and autonomic nervous system readiness.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Composite Readiness Score:</a:t>
            </a:r>
          </a:p>
          <a:p>
            <a:pPr>
              <a:spcAft>
                <a:spcPts val="8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Aggregated 0-100 Readiness Score generated every morning to advise coaches whether to push max effort or prescribe active recovery.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TRAINING EXECUTION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Interactive AI Workout Player &amp; Exercise Engine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Guided workout execution with automated countdowns, rest audio, and rep logging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Curated Workouts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Tiered workout library customized by athletic sport and training objective (Speed, Power, Hypertrophy, Aerobic).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Prescribed directly by certified coaches or generated through rule-based AI routines.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Detailed exercise cues, target heart rate zones, and muscle group tagging.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73736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01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Active Workout 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Full-screen focus mode designed to eliminate mobile distractions during training.</a:t>
            </a:r>
          </a:p>
          <a:p>
            <a:pPr>
              <a:spcAft>
                <a:spcPts val="10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Automated step-by-step exercise timers with high-contrast countdown circles.</a:t>
            </a:r>
          </a:p>
          <a:p>
            <a:pPr>
              <a:spcAft>
                <a:spcPts val="10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Built-in synthetic audio cues indicating set start, half-way mark, and rest completion.</a:t>
            </a:r>
          </a:p>
          <a:p>
            <a:pPr>
              <a:spcAft>
                <a:spcPts val="10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Direct set, weight, and repetition logging with instant local state persistence.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2918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01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Auto Workload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On workout completion, session duration and RPE are automatically calculated.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Directly feeds into the athlete's 7-day Acute Workload database in MongoDB.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Awards athlete XP, logs drill completions, and updates coach analytics in real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MONETIZATION &amp; COMMERCE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Coach Marketplace &amp; Razorpay Integration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Transparent coach scouting, tier subscriptions, and cryptographically verified payments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5204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5204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Coach Directory &amp;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Coaches publish their verified certifications, athletic background, and hourly/monthly rates.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Athletes filter coaches by specialty: Sprint Mechanics, Strength &amp; Conditioning, Nutrition, or Combine Prep.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Display of verified badges and athlete success metrics to establish credibility.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5204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737360"/>
            <a:ext cx="35204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0195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Razorpay Checkout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Seamless client-side modal with instant UPI, Credit/Debit card, and NetBanking options.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Server-side order initialization (`/api/payments/create-order`) with Razorpay Order ID generation.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Real-time currency localization (INR) with configurable price tiers.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5204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520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0195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Cryptographic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Server validates HMAC-SHA256 signature using `razorpay_order_id`, `razorpay_payment_id`, and backend secret.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Prevents client-side MITM tampering and false payment affirmations.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Segoe UI"/>
              </a:defRPr>
            </a:pPr>
            <a:r>
              <a:t>• Instant unlock of coach chat channels and custom training plan access upon confirmation.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SECURITY &amp; DELIVERY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Resilient Identity Verification &amp; Brevo REST API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Enterprise onboarding architecture immune to cloud SMTP port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120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The Cloud SMTP Port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The Cloud Provider Trap:</a:t>
            </a:r>
          </a:p>
          <a:p>
            <a:pPr>
              <a:spcAft>
                <a:spcPts val="800"/>
              </a:spcAft>
              <a:defRPr sz="1000">
                <a:solidFill>
                  <a:srgbClr val="A1A1AA"/>
                </a:solidFill>
                <a:latin typeface="Segoe UI"/>
              </a:defRPr>
            </a:pPr>
            <a:r>
              <a:t>Free and shared cloud hosts (Render, AWS EC2, DigitalOcean) block outbound SMTP ports 25, 465, and 587 by default to prevent spam bots, resulting in SocketTimeoutException.</a:t>
            </a:r>
          </a:p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Brevo REST API Solution (HTTPS Port 443):</a:t>
            </a:r>
          </a:p>
          <a:p>
            <a:pPr>
              <a:spcAft>
                <a:spcPts val="800"/>
              </a:spcAft>
              <a:defRPr sz="1000">
                <a:solidFill>
                  <a:srgbClr val="A1A1AA"/>
                </a:solidFill>
                <a:latin typeface="Segoe UI"/>
              </a:defRPr>
            </a:pPr>
            <a:r>
              <a:t>AthleteX integrates Brevo's HTTP API (`POST https://api.brevo.com/v3/smtp/email`). Because HTTPS (Port 443) is never blocked, OTP delivery works seamlessly on all hosting environments.</a:t>
            </a:r>
          </a:p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Zero Third-Party Dependency:</a:t>
            </a:r>
          </a:p>
          <a:p>
            <a:pPr>
              <a:spcAft>
                <a:spcPts val="800"/>
              </a:spcAft>
              <a:defRPr sz="1000">
                <a:solidFill>
                  <a:srgbClr val="A1A1AA"/>
                </a:solidFill>
                <a:latin typeface="Segoe UI"/>
              </a:defRPr>
            </a:pPr>
            <a:r>
              <a:t>Implemented using native Java 21 `java.net.http.HttpClient` and Jackson Databind, avoiding heavy bloated SDKs.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39512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3951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782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Dual-Layer Safety &amp; User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Case-Insensitive &amp; Sanitized Search:</a:t>
            </a:r>
          </a:p>
          <a:p>
            <a:pPr>
              <a:spcAft>
                <a:spcPts val="800"/>
              </a:spcAft>
              <a:defRPr sz="1000">
                <a:solidFill>
                  <a:srgbClr val="A1A1AA"/>
                </a:solidFill>
                <a:latin typeface="Segoe UI"/>
              </a:defRPr>
            </a:pPr>
            <a:r>
              <a:t>Email handling automatically normalizes case and trims whitespace across MongoDB queries, preventing accidental duplicate lockouts.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Interactive 'Use Code' Screen Bypass:</a:t>
            </a:r>
          </a:p>
          <a:p>
            <a:pPr>
              <a:spcAft>
                <a:spcPts val="800"/>
              </a:spcAft>
              <a:defRPr sz="1000">
                <a:solidFill>
                  <a:srgbClr val="A1A1AA"/>
                </a:solidFill>
                <a:latin typeface="Segoe UI"/>
              </a:defRPr>
            </a:pPr>
            <a:r>
              <a:t>On Step 2 of registration, the generated passcode is securely verified and rendered in an on-screen helper box with a 1-click 'Use Code' auto-fill button.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Role-Based Stateless JWT:</a:t>
            </a:r>
          </a:p>
          <a:p>
            <a:pPr>
              <a:spcAft>
                <a:spcPts val="800"/>
              </a:spcAft>
              <a:defRPr sz="1000">
                <a:solidFill>
                  <a:srgbClr val="A1A1AA"/>
                </a:solidFill>
                <a:latin typeface="Segoe UI"/>
              </a:defRPr>
            </a:pPr>
            <a:r>
              <a:t>Once verified, Spring Security issues signed JWT tokens containing user claims, role permissions, and user ID for tamper-evident API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DATA ARCHITECTURE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MongoDB Document Data Models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Scalable, high-performance NoSQL schema for high-frequency athletic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39512" cy="214884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3951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4782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Users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1A1AA"/>
                </a:solidFill>
                <a:latin typeface="Consolas"/>
              </a:defRPr>
            </a:pPr>
            <a:r>
              <a:t>id (ObjectId)  •  fullName (String)  •  email (Indexed, Unique)  •  password (BCrypt Hashed)</a:t>
            </a:r>
            <a:br/>
            <a:r>
              <a:t>role (ATHLETE / COACH / ADMIN)  •  verified (Boolean)  •  otp (String, 6-digit)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39512" cy="214884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3951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782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Combine Drills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1A1AA"/>
                </a:solidFill>
                <a:latin typeface="Consolas"/>
              </a:defRPr>
            </a:pPr>
            <a:r>
              <a:t>id (ObjectId)  •  athleteId (Ref -&gt; User)  •  fortyYardDash (Double, s)  •  verticalJump (Double, in)</a:t>
            </a:r>
            <a:br/>
            <a:r>
              <a:t>benchPressMax (Double, kg)  •  proAgility (Double, s)  •  compositeScore (Double, 0-100)  •  coachVerified (Boolean)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79"/>
            <a:ext cx="5239512" cy="214884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69079"/>
            <a:ext cx="523951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33671"/>
            <a:ext cx="4782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Workload &amp; Wellness Collections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63439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1A1AA"/>
                </a:solidFill>
                <a:latin typeface="Consolas"/>
              </a:defRPr>
            </a:pPr>
            <a:r>
              <a:t>id (ObjectId)  •  athleteId (Ref -&gt; User)  •  acuteWorkload (Double, 7-day)  •  chronicWorkload (Double, 28-day)</a:t>
            </a:r>
            <a:br/>
            <a:r>
              <a:t>acwr (Double)  •  sleepQuality (1-10)  •  soreness (1-10)  •  stressLevel (1-10)  •  readinessScore (0-100)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69079"/>
            <a:ext cx="5239512" cy="214884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069079"/>
            <a:ext cx="523951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233671"/>
            <a:ext cx="4782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Marketplace &amp; Payments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663439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1A1AA"/>
                </a:solidFill>
                <a:latin typeface="Consolas"/>
              </a:defRPr>
            </a:pPr>
            <a:r>
              <a:t>id (ObjectId)  •  athleteId (Ref -&gt; User)  •  coachId (Ref -&gt; User)  •  amount (Double)</a:t>
            </a:r>
            <a:br/>
            <a:r>
              <a:t>currency (INR)  •  razorpayOrderId (String)  •  razorpayPaymentId (String)  •  status (COMPLETED / PENDING)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QUALITY ASSURANCE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Testing Strategy &amp; Automated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Rigorous end-to-end testing ensuring 100% reliability across critical user journeys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5204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5204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Backend Unit &amp; Integration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97316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A1AA"/>
                </a:solidFill>
                <a:latin typeface="Segoe UI"/>
              </a:defRPr>
            </a:pPr>
            <a:r>
              <a:t>Full JUnit 5 &amp; Mockito coverage across AuthService, PaymentService, WellnessService, and Controllers. All 52 tests pass with 0 failures.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5204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737360"/>
            <a:ext cx="35204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0195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Frontend Component &amp; Hook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7744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6B6D4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A1AA"/>
                </a:solidFill>
                <a:latin typeface="Segoe UI"/>
              </a:defRPr>
            </a:pPr>
            <a:r>
              <a:t>Vitest &amp; React Testing Library validating workout player timers, combine calculations, and payment modals. 100% test pass 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52044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3520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90195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Automated Build &amp; Docker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832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A1AA"/>
                </a:solidFill>
                <a:latin typeface="Segoe UI"/>
              </a:defRPr>
            </a:pPr>
            <a:r>
              <a:t>Multi-stage Maven &amp; Node Dockerfile build ensuring repeatable production deployments without environment discrepancies.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LIVE PRODUCTION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Deployment &amp; Production Environment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Fully deployed, live accessible web application running on high-availability cloud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120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Live Hosted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Hosted Web Client (Frontend):</a:t>
            </a:r>
          </a:p>
          <a:p>
            <a:pPr>
              <a:spcAft>
                <a:spcPts val="800"/>
              </a:spcAft>
              <a:defRPr sz="1000">
                <a:solidFill>
                  <a:srgbClr val="A1A1AA"/>
                </a:solidFill>
                <a:latin typeface="Segoe UI"/>
              </a:defRPr>
            </a:pPr>
            <a:r>
              <a:t>https://athletex-frontend.onrender.com</a:t>
            </a:r>
            <a:br/>
            <a:r>
              <a:t>React 19 SPA running on static edge CDN with global caching.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Hosted REST API (Backend):</a:t>
            </a:r>
          </a:p>
          <a:p>
            <a:pPr>
              <a:spcAft>
                <a:spcPts val="800"/>
              </a:spcAft>
              <a:defRPr sz="1000">
                <a:solidFill>
                  <a:srgbClr val="A1A1AA"/>
                </a:solidFill>
                <a:latin typeface="Segoe UI"/>
              </a:defRPr>
            </a:pPr>
            <a:r>
              <a:t>https://athletex-backend-qi9g.onrender.com</a:t>
            </a:r>
            <a:br/>
            <a:r>
              <a:t>Containerized Spring Boot 3 web service with non-root security.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Cloud Database:</a:t>
            </a:r>
          </a:p>
          <a:p>
            <a:pPr>
              <a:spcAft>
                <a:spcPts val="800"/>
              </a:spcAft>
              <a:defRPr sz="1000">
                <a:solidFill>
                  <a:srgbClr val="A1A1AA"/>
                </a:solidFill>
                <a:latin typeface="Segoe UI"/>
              </a:defRPr>
            </a:pPr>
            <a:r>
              <a:t>MongoDB Atlas with auto-indexing and TLS encryption in transit and at rest.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Transaction Services:</a:t>
            </a:r>
          </a:p>
          <a:p>
            <a:pPr>
              <a:spcAft>
                <a:spcPts val="800"/>
              </a:spcAft>
              <a:defRPr sz="1000">
                <a:solidFill>
                  <a:srgbClr val="A1A1AA"/>
                </a:solidFill>
                <a:latin typeface="Segoe UI"/>
              </a:defRPr>
            </a:pPr>
            <a:r>
              <a:t>Brevo Transactional Email Engine &amp; Razorpay Live Gateway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39512" cy="4480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3951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782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Demonstration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1. Athlete Onboarding &amp; OTP:</a:t>
            </a:r>
          </a:p>
          <a:p>
            <a:pPr>
              <a:spcAft>
                <a:spcPts val="6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Register new recruit -&gt; Instant Brevo OTP delivery -&gt; Account verification.</a:t>
            </a:r>
          </a:p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2. Physical Combine Submission:</a:t>
            </a:r>
          </a:p>
          <a:p>
            <a:pPr>
              <a:spcAft>
                <a:spcPts val="6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Enter 40-yd dash &amp; jump metrics -&gt; Attach proof -&gt; Real-time CAI score generation.</a:t>
            </a:r>
          </a:p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3. Coach Inspection Portal:</a:t>
            </a:r>
          </a:p>
          <a:p>
            <a:pPr>
              <a:spcAft>
                <a:spcPts val="6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Log in as Coach -&gt; Inspect PDF proof -&gt; Approve verified talent badge.</a:t>
            </a:r>
          </a:p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4. Active Workout &amp; Workload Sync:</a:t>
            </a:r>
          </a:p>
          <a:p>
            <a:pPr>
              <a:spcAft>
                <a:spcPts val="6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Launch Workout Player -&gt; Complete exercise timers -&gt; ACWR ratio updates.</a:t>
            </a:r>
          </a:p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5. Coach Hire &amp; Checkout:</a:t>
            </a:r>
          </a:p>
          <a:p>
            <a:pPr>
              <a:spcAft>
                <a:spcPts val="600"/>
              </a:spcAft>
              <a:defRPr sz="980">
                <a:solidFill>
                  <a:srgbClr val="A1A1AA"/>
                </a:solidFill>
                <a:latin typeface="Segoe UI"/>
              </a:defRPr>
            </a:pPr>
            <a:r>
              <a:t>Select certified coach -&gt; Razorpay checkout -&gt; Unlock direct coaching portal.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97316"/>
                </a:solidFill>
                <a:latin typeface="Segoe UI"/>
              </a:defRPr>
            </a:pPr>
            <a:r>
              <a:t>LOOKING AHEAD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Future Scope &amp; Platform Roadmap</a:t>
            </a:r>
          </a:p>
          <a:p>
            <a:pPr>
              <a:spcBef>
                <a:spcPts val="2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Exciting research and engineering horizons for AthleteX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39512" cy="214884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3951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4782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AI Computer Vision Drill Timing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Integrate MediaPipe / YOLO pose estimation to automatically count exercise repetitions and calculate sprint split times directly from smartphone camera video.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39512" cy="214884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3951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782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Wearable Device Synchronization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Direct Bluetooth &amp; cloud API sync with Apple HealthKit, Garmin, and WHOOP bands for automated resting heart rate (RHR) and HRV stress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79"/>
            <a:ext cx="5239512" cy="214884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69079"/>
            <a:ext cx="523951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33671"/>
            <a:ext cx="4782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Federated Scout Matching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09159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Machine learning recommendation models pairing high-potential high school and college athletes with collegiate athletic scouts based on combine percentiles.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69079"/>
            <a:ext cx="5239512" cy="214884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069079"/>
            <a:ext cx="523951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233671"/>
            <a:ext cx="4782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Mobile App (React Native)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709159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Native iOS &amp; Android mobile applications offering offline workout timers, live push notifications, and haptic drill feedback.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21217"/>
          </a:solidFill>
          <a:ln w="19050">
            <a:solidFill>
              <a:srgbClr val="2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484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Segoe UI"/>
              </a:defRPr>
            </a:pPr>
            <a:r>
              <a:t>⚡ SUMMARY &amp; IMPACT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Empowering the Next Generation of Athletes Through Data-Driven Truth</a:t>
            </a:r>
          </a:p>
          <a:p>
            <a:pPr>
              <a:spcBef>
                <a:spcPts val="14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AthleteX replaces subjective recruiting with mathematical combine evaluation, prevents overtraining with sports science ACWR analytics, and unites athletes and coaches into a transparent commercial ecosystem.</a:t>
            </a:r>
          </a:p>
          <a:p>
            <a:pPr>
              <a:spcBef>
                <a:spcPts val="2800"/>
              </a:spcBef>
              <a:defRPr sz="1500" b="1">
                <a:solidFill>
                  <a:srgbClr val="F97316"/>
                </a:solidFill>
                <a:latin typeface="Segoe UI"/>
              </a:defRPr>
            </a:pPr>
            <a:r>
              <a:t>Thank You! Questions &amp; Discussion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